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 showGuides="1">
      <p:cViewPr varScale="1">
        <p:scale>
          <a:sx n="124" d="100"/>
          <a:sy n="124" d="100"/>
        </p:scale>
        <p:origin x="1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3" d="100"/>
          <a:sy n="103" d="100"/>
        </p:scale>
        <p:origin x="383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11589B-7158-5E31-38D1-69A8DDA556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CC367-8E12-A47D-567E-23E8A5ACA6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F6A99-1E6B-FC41-BF6C-3A590D8B44E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1C634-A425-AE04-CEC2-5725227AF5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6EE6E-7B2E-C38F-F718-C7A2613FBE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EA830-FC79-8546-9840-F7BEFB5EA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5936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5F56B-7262-2947-A897-35527B47E840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922CC-3034-9348-9A2B-7B9584C08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5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= (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f"You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a product data expert. Fill in the missing attribute.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\n\n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f"PRODUCT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{product}\n\n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f"MISSING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ATTRIBUTE: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{attribute}\n\n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f"Respond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VALUE:&lt;answer&gt; only. Example: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VALUE:PCIe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922CC-3034-9348-9A2B-7B9584C082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37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EBE84-3549-6664-AF18-E953900F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D1390-21EB-B09F-99C5-B003F5D6F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D012B-B999-AD51-35ED-FC21ED80F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= (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f"You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a product data expert. Fill in the missing attribute.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\n\n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f"PRODUCT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{product}\n\n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f"MISSING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ATTRIBUTE: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{attribute}\n\n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f"Respond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VALUE:&lt;answer&gt; only. Example: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VALUE:PCIe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1D972-BB36-F210-F3C9-8222169B7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922CC-3034-9348-9A2B-7B9584C082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35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7339-B2AB-FF2C-8244-0D6D97D2A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2BE6D-35D5-1511-DE5E-DABD60A17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7EA6D-B9D6-FDA4-A3F9-6638D62B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D5735-76AF-2744-9176-BDB9C84D17DB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5859E-12DC-8621-1B88-530BB892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954DC-BCC9-6E62-3886-4FC33FD9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5A608-CBA3-F04D-B6B4-44BA9128A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250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4DFEE-ECCC-3B86-298A-80C25A5D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C6EEB-7BF6-4451-783F-3F336F444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DAF48-3EAF-6F51-CE03-F5AE225A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1EE4-6D53-5D46-A331-205830A60010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765D7-7AF8-94B2-A054-9FBE6E0E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48D0D-981A-B90E-1AE4-A6C4C05D3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0400-F06D-AC30-8ABF-168E71DD0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6EAD3-EE35-D5E4-4126-A1312054A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5D822-D3E2-1D13-E265-874A4377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BE327-A632-B146-B14D-8ACA21F50A21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FA17F-356B-02D6-2EC8-B9226CCB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28C43-B4FB-EAD4-B3D1-A6B0C29E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38E0-5674-75C0-8402-03E391D6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A52D0-1FEE-90EF-7EDE-141705F8A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8977F-6410-71A5-C203-AB20EA8B0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97000-96CF-6B86-C0BE-391601C1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3084-0923-4149-8507-6A8ACFA070CB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E117E-210A-B4F0-D227-4D5EFF30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446D-5557-B5F8-A03E-67E02DB2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79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9192-22FB-C110-D682-B110CFB9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81A7B-58B5-CB12-DD6A-EFACB0935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343FC-DD91-A13B-BA1F-67EF313CC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9CA34-C8F7-6FF9-282B-0E342B1A9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76AD7-8E5F-B968-6D7C-F208BD60E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74391A-3649-6949-2682-4893DF3F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42604-6E03-674F-813F-14806DAD5D17}" type="datetime1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8F236-19F0-A84D-1245-BBF7338FE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B4694-550A-76E7-9330-F2D20EB6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5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5A11-2C05-A4C7-CC08-84607994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60C92-E1BC-91AB-59A5-679DE05D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A204-3F1C-824B-B5CB-29B3DE0FC09A}" type="datetime1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F3E78-80AC-5397-2922-B28C655B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E81D1-80CD-E8DF-50CF-7C9F5178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4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EA765C-A21A-7D0B-53E7-BEFD2ADA5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C977-130B-A646-B68C-E4D2F6F41668}" type="datetime1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5931B-B0A3-FD86-FF82-70681A8E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E3D93-DE49-A376-A688-351B6B3B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3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0DF8A-CCC0-C97C-6017-949A332D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CCFDB-2F25-42CF-B678-93E9BED00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BE5C2-5C4E-433A-31D2-1DE1854DA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4C06B-FCB6-3976-2448-2B090539A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F770-5DDA-BB4D-A42C-1D1F5FD639B5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D6F36-07F6-2738-EF7A-3C8FE5F9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B298E-ABFE-04F1-EFA5-3E7E0FE6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3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5D05-611A-2065-E7AA-3547A768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8E534-EE0C-E356-F3B7-F04797B00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71654-C225-080D-15BC-8FBB106E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E0B34-E32F-CB13-67EC-EE2F6929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C24EF-4D42-B945-B4AD-B4248500A475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48845-8967-6877-647C-8A5D625D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A4955-8620-4AFA-4B10-83CD62E2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4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B337-DE9E-2C9F-44D8-145610B8C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00BB9-76B5-DD31-C1B3-3086E19D3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166E4-1551-3EBF-6DFC-1047C81D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F793-159C-AC42-976D-84187216605E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BFE4-178A-06BE-CCDC-960569DDA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CCD2-1528-19C8-734B-5E2401E3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74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C9CEBB-5293-9CD9-3A3A-D7B527C99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49E53-DE8E-CE0D-AD65-A95882805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DEB5A-21D2-71D6-D088-A77C856C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88CBC-378E-3447-BC7B-23F4220686D3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5D622-6C4C-2BF3-5215-9BEA48F3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EE63-E74A-2095-CAA5-0CEB7215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0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42984-9409-C5E7-BF8C-C7EBF7EAC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F41F8-8C71-1776-979B-28E5BB28A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16F3D-D4E1-1FBC-46FB-B46E82F05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13DAA-EE21-D241-AE53-5A84BDC15D59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C6AB2-F95F-2557-7201-6936E9D44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b="1" dirty="0"/>
              <a:t>Seminar CS715: Solving Complex Tasks using LLMs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06B4B-1D33-F5CC-D5E2-3793553AF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2ADB4-C600-2649-8D1D-0066A158FD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A80614-345F-B0BF-57E2-A60C3A6FC41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906017" y="0"/>
            <a:ext cx="1285983" cy="85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7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2AE9-19AA-D6D6-2B74-D3ECCB631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Seminar CS715: Solving Complex Tasks using LLMs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E087C-8EE2-A2FF-8C5B-919E83E1F6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RAG-Driven Data Cleaning with </a:t>
            </a:r>
            <a:r>
              <a:rPr lang="en-US" dirty="0" err="1"/>
              <a:t>PyDI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45271-9BEC-28E4-1B13-13EB2FAC7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4575-F908-584D-ACFC-88E1089C0595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99DA7-467F-9F9F-F06B-A2BF5220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7C776-E691-03F4-19CB-900D0340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5A608-CBA3-F04D-B6B4-44BA9128A09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29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16FD-A951-8866-B435-0D4DD24E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7B3C64-A571-3BD3-1EC6-AB227D7ED7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2641976"/>
              </p:ext>
            </p:extLst>
          </p:nvPr>
        </p:nvGraphicFramePr>
        <p:xfrm>
          <a:off x="838200" y="1825625"/>
          <a:ext cx="10515597" cy="296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358184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506063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07231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Values (df1)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 present in KB (df2-4)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09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model_number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12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storage_connection_type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5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form_factor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70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interface_type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43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bus_type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44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storage_size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Dropped because not enough data available in KB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418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vram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Dropped because not enough data available in KB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853713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D97C4-5491-FFD3-1E58-A2326012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8F18-69A4-0644-821F-C11DA2C04261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50DDE-CD3D-ED45-39CD-CA7E1E88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2781-8471-C001-95A2-B9CCF56C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5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0CE9-5E52-B751-E06C-F43F5DAE2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1 with 25 Samples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3D7CD84-8A1A-A3EF-CB0A-3B5B852F8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0008308"/>
              </p:ext>
            </p:extLst>
          </p:nvPr>
        </p:nvGraphicFramePr>
        <p:xfrm>
          <a:off x="838200" y="1825625"/>
          <a:ext cx="7010398" cy="2595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358184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50606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Values (df1)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09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model_number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12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storage_connection_type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5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form_factor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70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interface_type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43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bus_type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44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missing attributes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713343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BB276D-CFC2-53DF-BFF9-3D497D0D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99FF5-31D2-9E45-AF1E-C2F63337787D}" type="datetime1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89B065-6C1A-0696-B35C-A7D7C0B5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49E323-A990-4484-F3A8-78DEB87A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1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0583-FC57-E9EA-EC83-D172AB7B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1: Overall and Per-Attribute Accuracy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5201B9-5FFE-6E06-21B1-89C8F0E005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0218788"/>
              </p:ext>
            </p:extLst>
          </p:nvPr>
        </p:nvGraphicFramePr>
        <p:xfrm>
          <a:off x="838200" y="1825625"/>
          <a:ext cx="10515596" cy="2595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88578">
                  <a:extLst>
                    <a:ext uri="{9D8B030D-6E8A-4147-A177-3AD203B41FA5}">
                      <a16:colId xmlns:a16="http://schemas.microsoft.com/office/drawing/2014/main" val="1735818467"/>
                    </a:ext>
                  </a:extLst>
                </a:gridCol>
                <a:gridCol w="2469220">
                  <a:extLst>
                    <a:ext uri="{9D8B030D-6E8A-4147-A177-3AD203B41FA5}">
                      <a16:colId xmlns:a16="http://schemas.microsoft.com/office/drawing/2014/main" val="1450606331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507231783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996966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RAG-Partial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09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model_number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12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storage_connection_type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5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form_factor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70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interface_type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43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bus_type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44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Overall Accuracy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0.219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0.438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0.500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857921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13BA5-F032-44E2-82DF-465D189E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FBD7-8FA1-C148-94CE-7C61EF8F7540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A6611-7BFF-AEB3-89D4-962FD9ED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C820C-5689-8B5F-C5A3-12A8DDF5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59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0284-3268-F7A3-4B89-CA8C6F6B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B9194B-E4BA-90BE-6372-E0AD4AE8D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0420" y="1288915"/>
            <a:ext cx="6091159" cy="506743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C77E2E-D835-B03C-787D-504F061C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E55B-B7A7-A34D-A317-534D1EC2B1FD}" type="datetime1">
              <a:rPr lang="en-US" smtClean="0"/>
              <a:t>3/19/26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1057DF-9D59-0C57-C2F4-61B085C7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5A1804-2A42-A286-2935-B136A7CB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52B4-7BE2-E8AB-F810-C177965D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2 – All Recoverable Rows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2E5F1-19E2-3F29-582A-4562A2A3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22137-8737-C446-990F-72F7EFD0EF4D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86B9-0068-A2BF-C0F9-82AB443D5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4F263-855E-B320-79A9-8EFAA8544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372A6146-C89F-1960-57D3-F5E996553B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7868418"/>
              </p:ext>
            </p:extLst>
          </p:nvPr>
        </p:nvGraphicFramePr>
        <p:xfrm>
          <a:off x="838200" y="1825625"/>
          <a:ext cx="7010398" cy="2595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358184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50606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Values (df1)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09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model_number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12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storage_connection_type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5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form_factor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70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interface_type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43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bus_type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44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missing attributes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627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713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255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7D6F-9FB6-3A43-5D95-3C571606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4557-D216-E63D-5EFD-7D4D0D76F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2: Overall and Per-Attribute Accuracy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7FCAE6-3748-EAF9-9C99-61A5912AD0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983218"/>
              </p:ext>
            </p:extLst>
          </p:nvPr>
        </p:nvGraphicFramePr>
        <p:xfrm>
          <a:off x="838200" y="1825625"/>
          <a:ext cx="10042133" cy="2595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26933">
                  <a:extLst>
                    <a:ext uri="{9D8B030D-6E8A-4147-A177-3AD203B41FA5}">
                      <a16:colId xmlns:a16="http://schemas.microsoft.com/office/drawing/2014/main" val="1735818467"/>
                    </a:ext>
                  </a:extLst>
                </a:gridCol>
                <a:gridCol w="1212350">
                  <a:extLst>
                    <a:ext uri="{9D8B030D-6E8A-4147-A177-3AD203B41FA5}">
                      <a16:colId xmlns:a16="http://schemas.microsoft.com/office/drawing/2014/main" val="1450606331"/>
                    </a:ext>
                  </a:extLst>
                </a:gridCol>
                <a:gridCol w="1318515">
                  <a:extLst>
                    <a:ext uri="{9D8B030D-6E8A-4147-A177-3AD203B41FA5}">
                      <a16:colId xmlns:a16="http://schemas.microsoft.com/office/drawing/2014/main" val="3507231783"/>
                    </a:ext>
                  </a:extLst>
                </a:gridCol>
                <a:gridCol w="1404137">
                  <a:extLst>
                    <a:ext uri="{9D8B030D-6E8A-4147-A177-3AD203B41FA5}">
                      <a16:colId xmlns:a16="http://schemas.microsoft.com/office/drawing/2014/main" val="1271561622"/>
                    </a:ext>
                  </a:extLst>
                </a:gridCol>
                <a:gridCol w="1623317">
                  <a:extLst>
                    <a:ext uri="{9D8B030D-6E8A-4147-A177-3AD203B41FA5}">
                      <a16:colId xmlns:a16="http://schemas.microsoft.com/office/drawing/2014/main" val="531930018"/>
                    </a:ext>
                  </a:extLst>
                </a:gridCol>
                <a:gridCol w="1756881">
                  <a:extLst>
                    <a:ext uri="{9D8B030D-6E8A-4147-A177-3AD203B41FA5}">
                      <a16:colId xmlns:a16="http://schemas.microsoft.com/office/drawing/2014/main" val="996966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RAG-k1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RAG-k3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RAG-k5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RAG-Partial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09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model_number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12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storage_connection_type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5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form_factor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70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interface_type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43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bus_type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44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Overall Accuracy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0.402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0.493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0.557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857921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3CD49-A219-3913-8C8F-5991DEC3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2FBD7-8FA1-C148-94CE-7C61EF8F7540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1B7DE-0293-0B38-77D1-0F15A116D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20202-AA79-6865-366C-5A69D4D9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AFFD-D12A-7D06-CF3E-86130C3F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2: Overall Accuracy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43C7CD-7048-46E2-8FF0-1F01D2973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5832" y="1529044"/>
            <a:ext cx="6947627" cy="38039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23706-56D2-E1BC-4426-E74CAAF4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1EE4-6D53-5D46-A331-205830A60010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5FD48-15E6-6EAF-E259-4BA64856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2AA6B-5C79-47A0-429C-25E7243E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13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02DB-CA04-F0F7-E9F2-7F81EF61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6ACA3-85BA-62EA-9A1F-28E3AE32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2: Per-Attribute Accuracy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D79C6-F898-8796-E7C0-D1394A9C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1EE4-6D53-5D46-A331-205830A60010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3FBF9-99CD-8A07-3D10-CAF2BFD4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E655E-B31C-8EB4-74B3-6DA5296C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38B8D4-8930-81A6-0E98-B8834FBCE25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39988" y="1527048"/>
            <a:ext cx="7708392" cy="38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61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AE33-9F70-45ED-4F1C-D975CBAA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2: Confusion Matrix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2F8B44-E2C1-2507-9911-C91153C49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2546"/>
            <a:ext cx="10515600" cy="429749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C874D-3F06-EDE2-5A19-E414D4369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1EE4-6D53-5D46-A331-205830A60010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4C7ED-8D06-14CA-E127-DF357F3A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F7EA-7DC0-1220-EE83-9BE27018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5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42B3-1C57-232C-FF49-26CF7DE20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B2123-3A6B-9174-3812-25EA33455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ECE4B-0DDD-FEF5-1CB1-6331E9F48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71EE4-6D53-5D46-A331-205830A60010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25C47-762C-7A0E-8A5D-363C4A9A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Seminar CS715: Solving Complex Tasks using LLMs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A6161-CEBA-D471-675C-A82B3050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2ADB4-C600-2649-8D1D-0066A158FD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1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798</TotalTime>
  <Words>511</Words>
  <Application>Microsoft Macintosh PowerPoint</Application>
  <PresentationFormat>Widescreen</PresentationFormat>
  <Paragraphs>178</Paragraphs>
  <Slides>11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Seminar CS715: Solving Complex Tasks using LLMs</vt:lpstr>
      <vt:lpstr>Attributes</vt:lpstr>
      <vt:lpstr>Iteration 1 with 25 Samples</vt:lpstr>
      <vt:lpstr>Iteration 1: Overall and Per-Attribute Accuracy</vt:lpstr>
      <vt:lpstr>Sample</vt:lpstr>
      <vt:lpstr>Iteration 2 – All Recoverable Rows</vt:lpstr>
      <vt:lpstr>Iteration 2: Overall and Per-Attribute Accuracy</vt:lpstr>
      <vt:lpstr>Iteration 2: Overall Accuracy</vt:lpstr>
      <vt:lpstr>Iteration 2: Per-Attribute Accuracy</vt:lpstr>
      <vt:lpstr>Iteration 2: Confusion Matrix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Marmee Pandya</dc:creator>
  <cp:lastModifiedBy>Marmee Pandya</cp:lastModifiedBy>
  <cp:revision>8</cp:revision>
  <dcterms:created xsi:type="dcterms:W3CDTF">2026-03-19T06:29:30Z</dcterms:created>
  <dcterms:modified xsi:type="dcterms:W3CDTF">2026-03-19T19:47:52Z</dcterms:modified>
</cp:coreProperties>
</file>